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7315200" cy="7315200"/>
          </a:xfrm>
          <a:prstGeom prst="ellipse">
            <a:avLst/>
          </a:prstGeom>
          <a:solidFill>
            <a:srgbClr val="04785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30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● LIVE ON KITE AI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2377440"/>
            <a:ext cx="11155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UnlockShield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502920" y="3749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autonomous portfolio risk agent.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5120640"/>
            <a:ext cx="13716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RAJAT DURGE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5715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Submitted to the Kite AI Global Hackathon — Track 2: Agentic Trading &amp; Portfolio Management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478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—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unlocks are public schedules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destroy DeFi positions on cue.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2743200"/>
            <a:ext cx="36118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743200"/>
            <a:ext cx="91440" cy="2377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OCT 30, 2024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16.3% of supply unlocked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−28.5%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68680" y="48920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7-day price impact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43400" y="2743200"/>
            <a:ext cx="36118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743200"/>
            <a:ext cx="91440" cy="2377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JUL 24, 2024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09160" y="3291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WLD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09160" y="3977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6.7% of supply unlocked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4343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−22.8%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09160" y="48920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7-day price impact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83880" y="2743200"/>
            <a:ext cx="36118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2743200"/>
            <a:ext cx="91440" cy="2377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854964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AUG 15, 2024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49640" y="3291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SEI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549640" y="3977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1.38% of supply unlocked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49640" y="4343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−18.9%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549640" y="48920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7-day price impact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Existing tools tell you when unlocks happen. None forecast the magnitude, simulate the damage, or prove their predictions weren't cherry-picked after the fact.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UNLOCKSHIELD  ·  AUTONOMOUS RISK AGENT ON KITE AI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478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— 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risk agent that actually trades —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bounded by code, settled in USDC.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233172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UnlockShield is a fully autonomous portfolio risk agent. Every 90 seconds it scans 38 tokens, scores each on a 12-factor risk model, runs regime-switching Monte Carlo, commits the forecast on Kite, and moves USDC through an on-chain spending policy. No human in the loop.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3840480"/>
            <a:ext cx="36118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840480"/>
            <a:ext cx="3611880" cy="914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114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478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4983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90-second cycles run continuously. The agent scans, scores, commits and settles without user input.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3840480"/>
            <a:ext cx="36118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3840480"/>
            <a:ext cx="3611880" cy="914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4114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478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4480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4983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Spending policy enforced in Solidity. The agent's key cannot widen its own bounds — only the owner can.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83880" y="3840480"/>
            <a:ext cx="36118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3840480"/>
            <a:ext cx="3611880" cy="914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114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478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0" y="4480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Verifiable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503920" y="4983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prediction is a keccak256 commit on Kite. Every hedge is a USDC transfer with a public tx hash.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UNLOCKSHIELD  ·  AUTONOMOUS RISK AGENT ON KITE AI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478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— THE AUTONOMOUS LOOP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stages. Ninety seconds. No clicks.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880360"/>
            <a:ext cx="457200" cy="45720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880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3246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478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DATA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Ingest CoinPaprika, DeFiLlama, Tokenomist, F&amp;G, Polymarket.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60604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880360"/>
            <a:ext cx="457200" cy="45720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2880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57800" y="3246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478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12-FACTOR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63440" y="3566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Composite risk per token from 12 weighted signals.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83880" y="260604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2880360"/>
            <a:ext cx="457200" cy="45720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98280" y="2880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098280" y="3246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478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RS-GARCH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03920" y="3566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2,000 Monte Carlo paths with jump-diffusion stress.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52628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4800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17320" y="5166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478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KITE ORACLE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" y="5486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keccak256 hash committed on Kite before the event.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43400" y="452628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4800600"/>
            <a:ext cx="457200" cy="45720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57800" y="4800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57800" y="5166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478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USDC POLICY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63440" y="5486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AgentTreasury.executeHedge() transfers USDC per gate.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83880" y="452628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03920" y="4800600"/>
            <a:ext cx="457200" cy="45720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098280" y="4800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098280" y="5166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478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REPUTATION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503920" y="5486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After event, reveal + score → on-chain reputation grade.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UNLOCKSHIELD  ·  AUTONOMOUS RISK AGENT ON KITE AI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478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— 12-FACTOR RISK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token, every cycle —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scored on twelve independent signals.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97180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7706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Unlock Pressure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3063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Weight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194560" y="2880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83280" y="260604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297180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886200" y="27706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Whale Outflow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86200" y="3063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Weight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74920" y="2880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63640" y="260604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97180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27706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DEX Anomaly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3063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Weight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955280" y="2880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0" y="260604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297180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9646920" y="27706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Stablecoin Stress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46920" y="3063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Weight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835640" y="2880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9%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02920" y="365760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02336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38221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Lending Risk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4114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Weight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19456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383280" y="365760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11880" y="402336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3886200" y="38221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Macro Overlay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86200" y="4114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Weight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7492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263640" y="365760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402336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0" y="38221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Regime Overlay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66560" y="4114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Weight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95528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7%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144000" y="365760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72600" y="402336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9646920" y="38221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Regulatory Risk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646920" y="4114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Weight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83564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6%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502920" y="470916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1520" y="507492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1005840" y="48737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Prediction Market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05840" y="5166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Weight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194560" y="4983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7%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3383280" y="470916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11880" y="507492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3886200" y="48737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Sector Contagion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886200" y="5166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Weight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074920" y="4983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4%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6263640" y="470916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92240" y="507492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6" name="Text 54"/>
          <p:cNvSpPr/>
          <p:nvPr/>
        </p:nvSpPr>
        <p:spPr>
          <a:xfrm>
            <a:off x="6766560" y="48737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Governance Risk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766560" y="5166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Weight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955280" y="4983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4%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9144000" y="470916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372600" y="507492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1" name="Text 59"/>
          <p:cNvSpPr/>
          <p:nvPr/>
        </p:nvSpPr>
        <p:spPr>
          <a:xfrm>
            <a:off x="9646920" y="48737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Sentiment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646920" y="5166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Weight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0835640" y="4983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3%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502920" y="59436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Each signal returns a 0–100 score with explicit weight and contribution. The composite is a transparent weighted sum — every factor is independently auditable in the activity feed.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UNLOCKSHIELD  ·  AUTONOMOUS RISK AGENT ON KITE AI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478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— STRESS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Regime-Switching GARCH + Merton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Jump-Diffusion. Two thousand paths.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2606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8892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Monte Carlo paths per simulation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3520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8892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Historical unlock events calibrating the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4434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788920" y="457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Markov regime states (BULL / BEAR / SIDEWAYS)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349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969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788920" y="5486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Lines of Python in stress_engine.py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78040" y="2606040"/>
            <a:ext cx="45262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2788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478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ACADEMIC FOUNDATION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06640" y="3200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Bollerslev (1986)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06640" y="3493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GARCH(1,1) — volatility clustering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0664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Merton (1976)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06640" y="4178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Jump-diffusion for sudden shocks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06640" y="4572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Hamilton (1989)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06640" y="4864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Markov regime-switching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06640" y="5257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Milionis (2022)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06640" y="5550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Loss-Versus-Rebalancing for LPs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UNLOCKSHIELD  ·  AUTONOMOUS RISK AGENT ON KITE AI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478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— ON-CHAIN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contracts. One chain.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verifiable.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21031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Kite AI Testnet  ·  Chain ID 2368  ·  rpc-testnet.gokite.ai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111556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788920"/>
            <a:ext cx="91440" cy="1143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UnlockShieldOracle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4785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0xD2d642Ea44973d90Bb0a6f403e8A4815020Fdd79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18120" y="29718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Commit-reveal prediction registry. keccak256 hashes committed before each unlock event, revealed and scored after.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4023360"/>
            <a:ext cx="111556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4023360"/>
            <a:ext cx="91440" cy="1143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AgentTreasury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4663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4785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0xf6D48bDACadA5105808d04B3719605B3AfbAf9Bb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18120" y="42062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Bounded-autonomy capital execution. Holds USDC, enforces 4 on-chain spending gates per executeHedge call.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5257800"/>
            <a:ext cx="111556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5257800"/>
            <a:ext cx="91440" cy="1143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440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MockUSDC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5897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4785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0xe48084773d0e60b6272008a2F87B36Ccf1d8eB02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18120" y="54406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6-decimal stablecoin for testnet settlement. Every hedge is a real USDC transfer; native KITE only used for gas.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UNLOCKSHIELD  ·  AUTONOMOUS RISK AGENT ON KITE AI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478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— BOUNDED AUTONOMY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Spending policy written in Solidity.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cannot widen its own bounds.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34290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 RISK THRESHOLD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25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Composite score required to act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0" y="2606040"/>
            <a:ext cx="34290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MAX SINGLE TRADE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0" y="31089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$1,000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38912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Capped per executeHedge call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4297680"/>
            <a:ext cx="34290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526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CAP (ROLLING 24H)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4800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$5,000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77240" y="5394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Resets on a 24-hour bucket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0" y="4297680"/>
            <a:ext cx="34290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4526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TREASURY BALANCE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0" y="4800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Required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389120" y="5394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Trade only if USDC available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18120" y="2606040"/>
            <a:ext cx="3886200" cy="3520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AgentTreasury.sol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01000" y="31089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(riskScore &lt; minRiskScore)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01000" y="33101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→ HedgeBlocked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01000" y="35112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01000" y="37124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(amountUsd &gt; maxSingleTrade)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01000" y="39136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→ HedgeBlocked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01000" y="41148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01000" y="43159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(spentToday + amount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01000" y="45171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&gt; dailyCapUsd)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01000" y="47183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→ HedgeBlocked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01000" y="49194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01000" y="51206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usdc.transfer(recipient,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01000" y="53218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amount)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01000" y="55229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emit HedgeExecuted(...)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UNLOCKSHIELD  ·  AUTONOMOUS RISK AGENT ON KITE AI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478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— LIVE TRACK RECORD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trades. Real USDC.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reputation grade.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2651760"/>
            <a:ext cx="2697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651760"/>
            <a:ext cx="2697480" cy="7315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9260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Trades on-chain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Each is a real USDC transfer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2651760"/>
            <a:ext cx="2697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2651760"/>
            <a:ext cx="2697480" cy="7315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9260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$7.9K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657600" y="3794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USDC deployed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4114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a self-funded treasury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63640" y="2651760"/>
            <a:ext cx="2697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651760"/>
            <a:ext cx="2697480" cy="7315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9260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C+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537960" y="3794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Reputation grade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4114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Honest score from 13 backtests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00" y="2651760"/>
            <a:ext cx="2697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0" y="2651760"/>
            <a:ext cx="2697480" cy="7315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29260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597+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9418320" y="3794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Hedges policy-blocked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18320" y="4114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Bounded autonomy working as designed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937760"/>
            <a:ext cx="11155680" cy="1325880"/>
          </a:xfrm>
          <a:prstGeom prst="rect">
            <a:avLst/>
          </a:prstGeom>
          <a:solidFill>
            <a:srgbClr val="D1FAE5">
              <a:alpha val="5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1206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478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BACKTESTED ON 13 REAL 2024-2025 UNLOCK EVENTS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5440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 · OP · APT · TIA · SUI · SEI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00800" y="5440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$6,967 saved · 61.5% win rate · TIA −28.5% covered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58064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Same scoring formula runs on every future prediction. No tuning to inflate the grade.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UNLOCKSHIELD  ·  AUTONOMOUS RISK AGENT ON KITE AI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— TRACK 2 CRITERIA MAPPING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requirement, with proof.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2286000"/>
            <a:ext cx="361188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4871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Agent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agent_loop.py runs every 90s, no user input. Verified on /api/agent/activity.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2286000"/>
            <a:ext cx="361188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24871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Executes Paid Actions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2926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AgentTreasury.executeHedge() transfers USDC. 74 trades on-chain.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83880" y="2286000"/>
            <a:ext cx="361188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69680" y="24871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Settles on Kite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58200" y="2926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commits + hedges land on Kite Testnet, Chain ID 2368.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361188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77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9959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Stablecoin-First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434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capital action moves USDC; KITE only used for gas.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3794760"/>
            <a:ext cx="361188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977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0" y="39959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Programmable Constraints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4434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 risk, max trade, daily cap — enforced inside the treasury contract.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83880" y="3794760"/>
            <a:ext cx="361188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3977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869680" y="39959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Reputation-Aware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58200" y="4434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On-chain grade (S-F, 0-1000) from commit-reveal scored predictions.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5669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Citadel-style multi-strategy risk infrastructure — settled in USDC, audited on Kite.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" y="62636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demo  ·  unlockshield.vercel.app          Code  ·  github.com/Rajatd91/unlockshield          Contact  ·  rajatdurge11@gmail.com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UnlockShield</dc:title>
  <dc:subject>PptxGenJS Presentation</dc:subject>
  <dc:creator>Rajat Durge</dc:creator>
  <cp:lastModifiedBy>Rajat Durge</cp:lastModifiedBy>
  <cp:revision>1</cp:revision>
  <dcterms:created xsi:type="dcterms:W3CDTF">2026-05-18T11:41:30Z</dcterms:created>
  <dcterms:modified xsi:type="dcterms:W3CDTF">2026-05-18T11:41:30Z</dcterms:modified>
</cp:coreProperties>
</file>